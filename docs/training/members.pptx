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RENDER:  npx @marp-team/marp-cli docs/training/members.md --html --allow-local-files -o members.pdf
         (swap -o members.html or members.pptx for other formats)
Images live in ../images relative to this file.
PRESENTER: fill in the ESB web address posted in your space (the
  bracketed blanks on the dashboard slide).
Presenter: 10–15 min. Audience = any member, no account needed. Emphasize: ESB tells you if a tool works BEFORE you walk over, and reporting a problem takes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Members never log in. The whole member experience is read +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members do NOT get VPN — that's technicians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ESB — Member Training</dc:title>
  <dc:subject>PptxGenJS Presentation</dc:subject>
  <dc:creator>Created by Marp</dc:creator>
  <cp:lastModifiedBy>Created by Marp</cp:lastModifiedBy>
  <cp:revision>1</cp:revision>
  <dcterms:created xsi:type="dcterms:W3CDTF">2026-06-30T19:09:33Z</dcterms:created>
  <dcterms:modified xsi:type="dcterms:W3CDTF">2026-06-30T19:09:33Z</dcterms:modified>
</cp:coreProperties>
</file>