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RENDER:  npx @marp-team/marp-cli docs/training/technicians.md --html --allow-local-files -o technicians.pdf
         (swap -o technicians.html or technicians.pptx for other formats)
Images live in ../images relative to this file.
PRESENTER: fill in the ESB web address posted in your space.
Presenter: 25–30 min. Audience = volunteer repair techs with accounts. They already know the member-facing basics; this deck is the repair workflow + tech Slack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members do NOT get VPN — that access is technicians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ESB — Technician Training</dc:title>
  <dc:subject>PptxGenJS Presentation</dc:subject>
  <dc:creator>Created by Marp</dc:creator>
  <cp:lastModifiedBy>Created by Marp</cp:lastModifiedBy>
  <cp:revision>1</cp:revision>
  <dcterms:created xsi:type="dcterms:W3CDTF">2026-06-30T19:09:41Z</dcterms:created>
  <dcterms:modified xsi:type="dcterms:W3CDTF">2026-06-30T19:09:41Z</dcterms:modified>
</cp:coreProperties>
</file>